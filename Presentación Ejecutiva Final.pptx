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1" d="100"/>
          <a:sy n="101" d="100"/>
        </p:scale>
        <p:origin x="654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2853"/>
            <a:ext cx="18284428" cy="10199284"/>
            <a:chOff x="0" y="0"/>
            <a:chExt cx="24379238" cy="135990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9301" cy="13599033"/>
            </a:xfrm>
            <a:custGeom>
              <a:avLst/>
              <a:gdLst/>
              <a:ahLst/>
              <a:cxnLst/>
              <a:rect l="l" t="t" r="r" b="b"/>
              <a:pathLst>
                <a:path w="24379301" h="13599033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9" b="-29"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2853"/>
            <a:ext cx="18284428" cy="10199284"/>
            <a:chOff x="0" y="0"/>
            <a:chExt cx="24379238" cy="135990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9301" cy="13599033"/>
            </a:xfrm>
            <a:custGeom>
              <a:avLst/>
              <a:gdLst/>
              <a:ahLst/>
              <a:cxnLst/>
              <a:rect l="l" t="t" r="r" b="b"/>
              <a:pathLst>
                <a:path w="24379301" h="13599033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9" b="-29"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2853"/>
            <a:ext cx="18284428" cy="10199284"/>
            <a:chOff x="0" y="0"/>
            <a:chExt cx="24379238" cy="135990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9301" cy="13599033"/>
            </a:xfrm>
            <a:custGeom>
              <a:avLst/>
              <a:gdLst/>
              <a:ahLst/>
              <a:cxnLst/>
              <a:rect l="l" t="t" r="r" b="b"/>
              <a:pathLst>
                <a:path w="24379301" h="13599033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9" b="-29"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2853"/>
            <a:ext cx="18284428" cy="10199284"/>
            <a:chOff x="0" y="0"/>
            <a:chExt cx="24379238" cy="135990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9301" cy="13599033"/>
            </a:xfrm>
            <a:custGeom>
              <a:avLst/>
              <a:gdLst/>
              <a:ahLst/>
              <a:cxnLst/>
              <a:rect l="l" t="t" r="r" b="b"/>
              <a:pathLst>
                <a:path w="24379301" h="13599033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9" b="-29"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7494" y="1028700"/>
            <a:ext cx="18284428" cy="9655124"/>
            <a:chOff x="0" y="0"/>
            <a:chExt cx="24379238" cy="128734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9301" cy="12873487"/>
            </a:xfrm>
            <a:custGeom>
              <a:avLst/>
              <a:gdLst/>
              <a:ahLst/>
              <a:cxnLst/>
              <a:rect l="l" t="t" r="r" b="b"/>
              <a:pathLst>
                <a:path w="24379301" h="12873487">
                  <a:moveTo>
                    <a:pt x="0" y="0"/>
                  </a:moveTo>
                  <a:lnTo>
                    <a:pt x="24379301" y="0"/>
                  </a:lnTo>
                  <a:lnTo>
                    <a:pt x="24379301" y="12873487"/>
                  </a:lnTo>
                  <a:lnTo>
                    <a:pt x="0" y="12873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848" b="-2849"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2853"/>
            <a:ext cx="18284428" cy="10199284"/>
            <a:chOff x="0" y="0"/>
            <a:chExt cx="24379238" cy="135990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9301" cy="13599033"/>
            </a:xfrm>
            <a:custGeom>
              <a:avLst/>
              <a:gdLst/>
              <a:ahLst/>
              <a:cxnLst/>
              <a:rect l="l" t="t" r="r" b="b"/>
              <a:pathLst>
                <a:path w="24379301" h="13599033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9" b="-29"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94645"/>
            <a:ext cx="18284428" cy="8766972"/>
            <a:chOff x="0" y="0"/>
            <a:chExt cx="24379238" cy="116892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9301" cy="11689286"/>
            </a:xfrm>
            <a:custGeom>
              <a:avLst/>
              <a:gdLst/>
              <a:ahLst/>
              <a:cxnLst/>
              <a:rect l="l" t="t" r="r" b="b"/>
              <a:pathLst>
                <a:path w="24379301" h="11689286">
                  <a:moveTo>
                    <a:pt x="0" y="0"/>
                  </a:moveTo>
                  <a:lnTo>
                    <a:pt x="24379301" y="0"/>
                  </a:lnTo>
                  <a:lnTo>
                    <a:pt x="24379301" y="11689286"/>
                  </a:lnTo>
                  <a:lnTo>
                    <a:pt x="0" y="116892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203" b="-8203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O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2853"/>
            <a:ext cx="18284428" cy="10199284"/>
            <a:chOff x="0" y="0"/>
            <a:chExt cx="24379238" cy="135990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9301" cy="13599033"/>
            </a:xfrm>
            <a:custGeom>
              <a:avLst/>
              <a:gdLst/>
              <a:ahLst/>
              <a:cxnLst/>
              <a:rect l="l" t="t" r="r" b="b"/>
              <a:pathLst>
                <a:path w="24379301" h="13599033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9" b="-29"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2853"/>
            <a:ext cx="18284428" cy="10199284"/>
            <a:chOff x="0" y="0"/>
            <a:chExt cx="24379238" cy="135990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9301" cy="13599033"/>
            </a:xfrm>
            <a:custGeom>
              <a:avLst/>
              <a:gdLst/>
              <a:ahLst/>
              <a:cxnLst/>
              <a:rect l="l" t="t" r="r" b="b"/>
              <a:pathLst>
                <a:path w="24379301" h="13599033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9" b="-29"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2853"/>
            <a:ext cx="18284428" cy="10199284"/>
            <a:chOff x="0" y="0"/>
            <a:chExt cx="24379238" cy="135990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9301" cy="13599033"/>
            </a:xfrm>
            <a:custGeom>
              <a:avLst/>
              <a:gdLst/>
              <a:ahLst/>
              <a:cxnLst/>
              <a:rect l="l" t="t" r="r" b="b"/>
              <a:pathLst>
                <a:path w="24379301" h="13599033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9" b="-29"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2853"/>
            <a:ext cx="18284428" cy="10199284"/>
            <a:chOff x="0" y="0"/>
            <a:chExt cx="24379238" cy="135990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9301" cy="13599033"/>
            </a:xfrm>
            <a:custGeom>
              <a:avLst/>
              <a:gdLst/>
              <a:ahLst/>
              <a:cxnLst/>
              <a:rect l="l" t="t" r="r" b="b"/>
              <a:pathLst>
                <a:path w="24379301" h="13599033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9" b="-29"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Personalizado</PresentationFormat>
  <Paragraphs>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Calibri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Strategic_Risk_Verdict.pptx</dc:title>
  <dc:creator>Alvaro J Cabrera</dc:creator>
  <cp:lastModifiedBy>Alvaro J Cabrera</cp:lastModifiedBy>
  <cp:revision>2</cp:revision>
  <dcterms:created xsi:type="dcterms:W3CDTF">2006-08-16T00:00:00Z</dcterms:created>
  <dcterms:modified xsi:type="dcterms:W3CDTF">2026-05-01T22:01:45Z</dcterms:modified>
  <dc:identifier>DAHIdeL0DB8</dc:identifier>
</cp:coreProperties>
</file>